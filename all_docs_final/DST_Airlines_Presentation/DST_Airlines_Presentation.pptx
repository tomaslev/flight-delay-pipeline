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10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4572000" cy="45720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</a:rPr>
              <a:t>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 Airlines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Delay Analytics Platform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Project  |  DataScientest  |  Feb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MongoDB + Neo4j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+ FastAPI + Docker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 Real Flights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Doghan  |  Adam Bonwitt  |  Timo  |  Fabian K   ·   Mentor: </a:t>
            </a:r>
            <a:r>
              <a:rPr lang="de-DE" sz="11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Antoine</a:t>
            </a:r>
            <a:r>
              <a:rPr lang="de-DE" sz="1100" dirty="0"/>
              <a:t> </a:t>
            </a:r>
            <a:r>
              <a:rPr lang="de-DE" sz="11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Fradin</a:t>
            </a:r>
            <a:endParaRPr lang="en-US" sz="1100" dirty="0">
              <a:solidFill>
                <a:srgbClr val="64748B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this platform?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every year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 delays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US flights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delayed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min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delay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flight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platform answers: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airlines delay the most — and why?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routes are most likely to be delayed?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THIS flight be delayed, and by how many minutes?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shortest path between any two US airports?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platform is built — 4 layers, 7 containers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560K Flights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· Neo4j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Endpoints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3488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+ Plotly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+ 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78608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78608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 airports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91456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Graph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91456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shortestPath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04304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04304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04304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containers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command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Specialized Databases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database is built for a different type of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Historical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24028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 real flights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74320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Medallion: Bronze → Silver → Gold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324612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 &amp; joins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374904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stats aggregation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290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Live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47288" y="22402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flight positions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47288" y="27432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OpenSky Network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47288" y="32461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 log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47288" y="374904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JSON documents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008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Route Graph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19088" y="224028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 airport nodes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19088" y="274320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5,167 route relationships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19088" y="324612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shortestPath algorithm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19088" y="374904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with SQL alone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7 Pages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Dash + Plotly · OOP architecture · Sidebar filters update all charts instantly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 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KPI cards · monthly trend · day analysis · top routes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32888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24328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  Airlines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24328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 per airline · 5 causes stacked chart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45736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37176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  Routes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37176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top 20 airports · bubble chart (3 metrics)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58584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50024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Trends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50024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 · worst routes with exact minutes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Risk Analyzer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live weather + risk gauge — flagship page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  Airport Map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US map · size=volume · color=delay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  Route Graph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shortestPath between any 2 airports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Flight Risk Analyzer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flagship page — combines ML + live weather + historical data in one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234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Airline → origin airports filter automatically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347472" cy="347472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92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92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Origin → destinations filter automatically (Cascading)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51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5511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Day of Week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0954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209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 fetched from Open-Meteo API — automatically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6791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67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8679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Analyze → ML model predicts delay probability + minutes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1188720"/>
            <a:ext cx="3749040" cy="10058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LOW RISK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1208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20.4% delay probability  ·  ~43 min expected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2423160"/>
            <a:ext cx="1828800" cy="91440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ATL — Atlanta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16.8°C  ·  6.1 km/h  ·  0.0 mm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40880" y="2423160"/>
            <a:ext cx="1828800" cy="91440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8660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LAX — Los Angeles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19.7°C  ·  11.6 km/h  ·  0.0 mm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2064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2064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8076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4088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4088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0100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 min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00100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Delay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Route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100,000 real flights from PostgreSQL · saved as models.pkl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97680" cy="356616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5720" cy="3566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Will the flight be delayed?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YES / NO  +  probability 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100K flights from PostgreSQL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46704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LabelEncode: airline, origin, dest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85616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730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DepDel15 column (0 or 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2452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169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Predict: probability 0.0 → 1.0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4297680" cy="356616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188720"/>
            <a:ext cx="45720" cy="3566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234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Regressor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74920" y="16733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How many minutes delayed?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Expected delay in minutes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4920" y="2907792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100K flights from PostgreSQL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3346704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LabelEncoded features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3785616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3730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only on delayed flights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4224528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4169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Predict: minutes (e.g. ~43 min)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Flights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32888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32888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32888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45736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45736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45736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Neo4j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58584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58584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58584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Neo4j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0040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32888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32888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532888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45736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45736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745736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58584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58584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58584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Walk-through of the 7-page dashboard — presenter shares screen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98448"/>
            <a:ext cx="384048" cy="38404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KPI cards + monthly trend + Tuesday worst 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98448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587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Airlines Page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delay rates + show Late Aircraft as main cause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29844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05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+ bubble chart — hover to show details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2186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Analyzer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airline → airport → day → show live weather → click Analyze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21868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587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Map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over airports — show size vs color difference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321868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305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Graph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JFK → LAX — show Neo4j shortest path result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Perspectives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do next to make this production-ready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Live Flight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Kaggle CSV with a live API (OpenSky / AviationStack) to collect real-time flights automatically into MongoDB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Auto ML Retraining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Apache Airflow to retrain the model monthly with new data — keeping predictions accurate over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International Flights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beyond US domestic flights to include European and Middle East airlines using Eurocontrol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Alert System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email or Slack alerts automatically when a route's delay rate exceeds a defined threshold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 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AWS or GCP with auto-scaling so the platform handles real traffic from many users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Advanced 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XGBoost or neural networks for better accuracy, and add more features like historical weather patterns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 Program · DataScientest · February 2026 Cohort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Doghan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ML + Neo4j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Weather + Map + Docker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Documentation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2888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98648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32888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Bonwitt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2888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45736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11496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45736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45736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58584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24344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24344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58584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Fabian 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58584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/predict Endpoint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</a:t>
            </a:r>
            <a:r>
              <a:rPr lang="de-DE" sz="14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Antoine</a:t>
            </a:r>
            <a:r>
              <a:rPr lang="de-DE" sz="1400" dirty="0"/>
              <a:t> </a:t>
            </a:r>
            <a:r>
              <a:rPr lang="de-DE" sz="14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Fradin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 Airlines — Flight Delay Analytics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http://localhost:8050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API Docs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http://localhost:8000/docs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 pgAdmin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http://localhost:5050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  Neo4j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http://localhost:7474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DataScientest · Data Engineer Program · February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</Words>
  <Application>Microsoft Office PowerPoint</Application>
  <PresentationFormat>عرض على الشاشة (16:9)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DST Airlines — Flight Delay Analytics</dc:title>
  <dc:subject>PptxGenJS Presentation</dc:subject>
  <dc:creator>PptxGenJS</dc:creator>
  <cp:lastModifiedBy>Ali Doghan</cp:lastModifiedBy>
  <cp:revision>2</cp:revision>
  <dcterms:created xsi:type="dcterms:W3CDTF">2026-05-11T13:09:14Z</dcterms:created>
  <dcterms:modified xsi:type="dcterms:W3CDTF">2026-05-12T17:38:13Z</dcterms:modified>
</cp:coreProperties>
</file>